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7f6e5634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7f6e5634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7f6e5634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57f6e5634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7f6e5634_2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57f6e5634_2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7f6e5634_2_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57f6e5634_2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7f6e5634_2_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57f6e5634_2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7f6e5634_2_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57f6e5634_2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7f6e5634_2_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57f6e5634_2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57f6e5634_2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57f6e5634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57f6e5634_2_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57f6e5634_2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7f6e5634_2_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57f6e5634_2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7f6e5634_2_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57f6e5634_2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57f6e5634_2_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57f6e5634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57f6e5634_2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57f6e5634_2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57f6e5634_2_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57f6e5634_2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57f6e5634_2_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57f6e5634_2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57f6e5634_2_2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57f6e5634_2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57f6e5634_2_2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57f6e5634_2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7f6e5634_2_2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57f6e5634_2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7f6e5634_2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57f6e5634_2_2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57f6e5634_2_2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111919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0.jp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310063" y="2050182"/>
            <a:ext cx="4266397" cy="77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MySilah.ae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User Journey Template for Integrating with UAE PASS Authentication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rebuchet MS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 1.1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628650" y="488003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sz="2700" u="sng"/>
              <a:t>Instructions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628650" y="1332035"/>
            <a:ext cx="7886700" cy="32018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This template document will guide you through creating your new user journey with UAE PASS.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Please use this template to show how you are integrating UAE PASS within your digital channel. 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Please add English and Arabic version of each scenario  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Do submit your user journey in </a:t>
            </a:r>
            <a:r>
              <a:rPr b="1" lang="en" sz="1800"/>
              <a:t>PDF format</a:t>
            </a:r>
            <a:r>
              <a:rPr lang="en" sz="1800"/>
              <a:t>. Submissions that are not in this format will not be processed. 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551008" y="295370"/>
            <a:ext cx="7886700" cy="545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Sign-in with UAE PASS </a:t>
            </a:r>
            <a:endParaRPr/>
          </a:p>
        </p:txBody>
      </p:sp>
      <p:sp>
        <p:nvSpPr>
          <p:cNvPr id="141" name="Google Shape;141;p27"/>
          <p:cNvSpPr/>
          <p:nvPr/>
        </p:nvSpPr>
        <p:spPr>
          <a:xfrm>
            <a:off x="546100" y="923150"/>
            <a:ext cx="4876200" cy="3327900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 rotWithShape="1">
          <a:blip r:embed="rId3">
            <a:alphaModFix/>
          </a:blip>
          <a:srcRect b="7727" l="0" r="0" t="0"/>
          <a:stretch/>
        </p:blipFill>
        <p:spPr>
          <a:xfrm>
            <a:off x="5802923" y="819972"/>
            <a:ext cx="2841652" cy="1936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/>
          <p:cNvPicPr preferRelativeResize="0"/>
          <p:nvPr/>
        </p:nvPicPr>
        <p:blipFill rotWithShape="1">
          <a:blip r:embed="rId4">
            <a:alphaModFix/>
          </a:blip>
          <a:srcRect b="8876" l="0" r="0" t="0"/>
          <a:stretch/>
        </p:blipFill>
        <p:spPr>
          <a:xfrm>
            <a:off x="6049058" y="2812054"/>
            <a:ext cx="1160430" cy="212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6407" y="2848049"/>
            <a:ext cx="1092436" cy="20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548650" y="3616484"/>
            <a:ext cx="49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" sz="6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User visits app.mysilah.ae/login. Clicks "Sign in with UAE PASS" button to initiate UAE PASS OIDC authentication flow.</a:t>
            </a:r>
            <a:endParaRPr sz="1100"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400" y="1071400"/>
            <a:ext cx="4312376" cy="2080375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518036" y="277229"/>
            <a:ext cx="7886700" cy="545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Sign up with UAE PASS (Authentication) If applicable </a:t>
            </a:r>
            <a:endParaRPr/>
          </a:p>
        </p:txBody>
      </p:sp>
      <p:sp>
        <p:nvSpPr>
          <p:cNvPr id="152" name="Google Shape;152;p28"/>
          <p:cNvSpPr/>
          <p:nvPr/>
        </p:nvSpPr>
        <p:spPr>
          <a:xfrm>
            <a:off x="511724" y="892607"/>
            <a:ext cx="4977300" cy="3564900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4090" y="1572168"/>
            <a:ext cx="1926819" cy="1260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4090" y="2881678"/>
            <a:ext cx="1979572" cy="1338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8028" y="1572168"/>
            <a:ext cx="1476061" cy="275728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514350" y="3497580"/>
            <a:ext cx="4972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New user visits app.mysilah.ae/register. Clicks "Sign in with UAE PASS" for instant verification via Emirates ID. MySilah auto-creates the Agent account upon successful verification.</a:t>
            </a:r>
            <a:endParaRPr sz="1100"/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6">
            <a:alphaModFix/>
          </a:blip>
          <a:srcRect b="0" l="0" r="2657" t="0"/>
          <a:stretch/>
        </p:blipFill>
        <p:spPr>
          <a:xfrm>
            <a:off x="1733825" y="1022350"/>
            <a:ext cx="2232451" cy="227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32061" y="270479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 Redirection to UAE PASS Login page (WEB)</a:t>
            </a:r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9" y="876139"/>
            <a:ext cx="3388324" cy="252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8450" y="876140"/>
            <a:ext cx="3789599" cy="23419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29"/>
          <p:cNvGrpSpPr/>
          <p:nvPr/>
        </p:nvGrpSpPr>
        <p:grpSpPr>
          <a:xfrm>
            <a:off x="7572427" y="1009337"/>
            <a:ext cx="1260462" cy="3124846"/>
            <a:chOff x="8642837" y="1138807"/>
            <a:chExt cx="2066670" cy="4753341"/>
          </a:xfrm>
        </p:grpSpPr>
        <p:pic>
          <p:nvPicPr>
            <p:cNvPr descr="A screenshot of a phone&#10;&#10;Description automatically generated" id="166" name="Google Shape;166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42837" y="1138807"/>
              <a:ext cx="2066670" cy="47533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9"/>
            <p:cNvSpPr/>
            <p:nvPr/>
          </p:nvSpPr>
          <p:spPr>
            <a:xfrm>
              <a:off x="8968154" y="2312377"/>
              <a:ext cx="1582615" cy="4396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29"/>
          <p:cNvSpPr txBox="1"/>
          <p:nvPr/>
        </p:nvSpPr>
        <p:spPr>
          <a:xfrm>
            <a:off x="205740" y="3600450"/>
            <a:ext cx="82296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3C3C64"/>
                </a:solidFill>
                <a:latin typeface="Calibri"/>
                <a:ea typeface="Calibri"/>
                <a:cs typeface="Calibri"/>
                <a:sym typeface="Calibri"/>
              </a:rPr>
              <a:t>Step 1: Enter credentials (mobile / Emirates ID / email)   |   Step 2: Browser shows number code — wait for app   |   Step 3: Select matching number in UAE PASS app + confirm PIN/Face ID</a:t>
            </a:r>
            <a:endParaRPr sz="1100"/>
          </a:p>
        </p:txBody>
      </p:sp>
      <p:sp>
        <p:nvSpPr>
          <p:cNvPr id="169" name="Google Shape;169;p29"/>
          <p:cNvSpPr txBox="1"/>
          <p:nvPr/>
        </p:nvSpPr>
        <p:spPr>
          <a:xfrm>
            <a:off x="205740" y="3922776"/>
            <a:ext cx="82296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User enters UAE PASS credentials on the web portal. Browser displays a polling page with a number code. User receives a push notification on UAE PASS mobile app, selects the matching number, and confirms with PIN or Face ID.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32061" y="270479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 OR Redirection to UAE PASS Login page (App)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621" y="1064581"/>
            <a:ext cx="1689313" cy="36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03" y="1064568"/>
            <a:ext cx="1689313" cy="3664952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30"/>
          <p:cNvSpPr txBox="1"/>
          <p:nvPr/>
        </p:nvSpPr>
        <p:spPr>
          <a:xfrm>
            <a:off x="5299700" y="1798850"/>
            <a:ext cx="37710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br>
              <a:rPr b="0" i="0" lang="en" sz="9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MySilah is a web-only platform. No native mobile application exists.</a:t>
            </a:r>
            <a:br>
              <a:rPr b="0" i="0" lang="en" sz="9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9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83309" y="244654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SOP1 scenario (If applicable)</a:t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>
            <a:off x="1608248" y="979776"/>
            <a:ext cx="6815400" cy="3777900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.png"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849" y="1536108"/>
            <a:ext cx="3013050" cy="17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/>
        </p:nvSpPr>
        <p:spPr>
          <a:xfrm>
            <a:off x="1783075" y="3667725"/>
            <a:ext cx="4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New user clicks "Sign in with UAE PASS" on registration page → UAE PASS verifies identity → MySilah auto-creates Agent account using verified data → User lands on Agent Dashboard.</a:t>
            </a:r>
            <a:endParaRPr sz="1500"/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5500" y="1339950"/>
            <a:ext cx="2186552" cy="216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83309" y="277838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SOP2 scenario (If applicable)</a:t>
            </a:r>
            <a:endParaRPr/>
          </a:p>
        </p:txBody>
      </p:sp>
      <p:sp>
        <p:nvSpPr>
          <p:cNvPr id="192" name="Google Shape;192;p32"/>
          <p:cNvSpPr/>
          <p:nvPr/>
        </p:nvSpPr>
        <p:spPr>
          <a:xfrm>
            <a:off x="267750" y="928375"/>
            <a:ext cx="7832400" cy="3846900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.png" id="193" name="Google Shape;1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1775" y="1331825"/>
            <a:ext cx="3107525" cy="183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/>
        </p:nvSpPr>
        <p:spPr>
          <a:xfrm>
            <a:off x="1789393" y="4031280"/>
            <a:ext cx="4972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Existing MySilah user clicks "Sign in with UAE PASS" on login page → UAE PASS authenticates → System recognises linked account by UAE PASS UUID → User logged in directly to Agent Dashboard.</a:t>
            </a:r>
            <a:endParaRPr sz="1100"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00" y="1383925"/>
            <a:ext cx="3625252" cy="1748901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83309" y="233593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SOP3 scenario</a:t>
            </a:r>
            <a:endParaRPr/>
          </a:p>
        </p:txBody>
      </p:sp>
      <p:pic>
        <p:nvPicPr>
          <p:cNvPr descr="20.png" id="201" name="Google Shape;2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080" y="936657"/>
            <a:ext cx="4972050" cy="29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3"/>
          <p:cNvSpPr txBox="1"/>
          <p:nvPr/>
        </p:nvSpPr>
        <p:spPr>
          <a:xfrm>
            <a:off x="1783075" y="4038919"/>
            <a:ext cx="4972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Upon successful UAE PASS authentication, the user lands on the MySilah Agent Dashboard displaying their name, referral code, payout summary, active cases, and recent leads.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26159" y="152761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Manual linking page </a:t>
            </a:r>
            <a:r>
              <a:rPr lang="en" sz="1500">
                <a:solidFill>
                  <a:srgbClr val="7F7F7F"/>
                </a:solidFill>
              </a:rPr>
              <a:t>(if applicable)</a:t>
            </a:r>
            <a:endParaRPr>
              <a:solidFill>
                <a:srgbClr val="757070"/>
              </a:solidFill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326159" y="977931"/>
            <a:ext cx="4977313" cy="356500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34"/>
          <p:cNvPicPr preferRelativeResize="0"/>
          <p:nvPr/>
        </p:nvPicPr>
        <p:blipFill rotWithShape="1">
          <a:blip r:embed="rId3">
            <a:alphaModFix/>
          </a:blip>
          <a:srcRect b="50080" l="0" r="0" t="0"/>
          <a:stretch/>
        </p:blipFill>
        <p:spPr>
          <a:xfrm>
            <a:off x="5724234" y="1348859"/>
            <a:ext cx="3096649" cy="281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 txBox="1"/>
          <p:nvPr/>
        </p:nvSpPr>
        <p:spPr>
          <a:xfrm>
            <a:off x="322326" y="1920240"/>
            <a:ext cx="4972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br>
              <a:rPr b="0" i="0" lang="en" sz="8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MySilah automatically links user accounts via UAE PASS UUID on first authentication. No manual linking step is presented</a:t>
            </a:r>
            <a:endParaRPr sz="800">
              <a:solidFill>
                <a:srgbClr val="1414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26159" y="180072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Manual linking (NO) scenario </a:t>
            </a:r>
            <a:r>
              <a:rPr lang="en" sz="1500">
                <a:solidFill>
                  <a:srgbClr val="7F7F7F"/>
                </a:solidFill>
              </a:rPr>
              <a:t>(if applicable)</a:t>
            </a:r>
            <a:endParaRPr>
              <a:solidFill>
                <a:srgbClr val="757070"/>
              </a:solidFill>
            </a:endParaRPr>
          </a:p>
        </p:txBody>
      </p:sp>
      <p:sp>
        <p:nvSpPr>
          <p:cNvPr id="216" name="Google Shape;216;p35"/>
          <p:cNvSpPr/>
          <p:nvPr/>
        </p:nvSpPr>
        <p:spPr>
          <a:xfrm>
            <a:off x="326159" y="977931"/>
            <a:ext cx="4977313" cy="356500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35"/>
          <p:cNvGrpSpPr/>
          <p:nvPr/>
        </p:nvGrpSpPr>
        <p:grpSpPr>
          <a:xfrm>
            <a:off x="6083969" y="211336"/>
            <a:ext cx="2247232" cy="2044928"/>
            <a:chOff x="8111958" y="281781"/>
            <a:chExt cx="2996309" cy="2726571"/>
          </a:xfrm>
        </p:grpSpPr>
        <p:pic>
          <p:nvPicPr>
            <p:cNvPr id="218" name="Google Shape;218;p35"/>
            <p:cNvPicPr preferRelativeResize="0"/>
            <p:nvPr/>
          </p:nvPicPr>
          <p:blipFill rotWithShape="1">
            <a:blip r:embed="rId3">
              <a:alphaModFix/>
            </a:blip>
            <a:srcRect b="50080" l="0" r="0" t="0"/>
            <a:stretch/>
          </p:blipFill>
          <p:spPr>
            <a:xfrm>
              <a:off x="8111958" y="281781"/>
              <a:ext cx="2996309" cy="2726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35"/>
            <p:cNvSpPr/>
            <p:nvPr/>
          </p:nvSpPr>
          <p:spPr>
            <a:xfrm>
              <a:off x="9576245" y="1608667"/>
              <a:ext cx="786955" cy="338668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0" name="Google Shape;22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329" y="1732423"/>
            <a:ext cx="2728143" cy="299515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5"/>
          <p:cNvSpPr txBox="1"/>
          <p:nvPr/>
        </p:nvSpPr>
        <p:spPr>
          <a:xfrm>
            <a:off x="322326" y="1920240"/>
            <a:ext cx="4972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br>
              <a:rPr b="0" i="0" lang="en" sz="8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MySilah automatically links user accounts via UAE PASS UUID on first authentication. No manual linking step is presented.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26159" y="296558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Manual linking (YES) scenario </a:t>
            </a:r>
            <a:r>
              <a:rPr lang="en" sz="1500">
                <a:solidFill>
                  <a:srgbClr val="7F7F7F"/>
                </a:solidFill>
              </a:rPr>
              <a:t>(if applicable)</a:t>
            </a:r>
            <a:endParaRPr>
              <a:solidFill>
                <a:srgbClr val="757070"/>
              </a:solidFill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326159" y="977931"/>
            <a:ext cx="4977313" cy="356500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36"/>
          <p:cNvGrpSpPr/>
          <p:nvPr/>
        </p:nvGrpSpPr>
        <p:grpSpPr>
          <a:xfrm>
            <a:off x="5965627" y="353976"/>
            <a:ext cx="2247232" cy="2044928"/>
            <a:chOff x="7954170" y="471968"/>
            <a:chExt cx="2996309" cy="2726571"/>
          </a:xfrm>
        </p:grpSpPr>
        <p:pic>
          <p:nvPicPr>
            <p:cNvPr id="229" name="Google Shape;229;p36"/>
            <p:cNvPicPr preferRelativeResize="0"/>
            <p:nvPr/>
          </p:nvPicPr>
          <p:blipFill rotWithShape="1">
            <a:blip r:embed="rId3">
              <a:alphaModFix/>
            </a:blip>
            <a:srcRect b="50080" l="0" r="0" t="0"/>
            <a:stretch/>
          </p:blipFill>
          <p:spPr>
            <a:xfrm>
              <a:off x="7954170" y="471968"/>
              <a:ext cx="2996309" cy="2726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36"/>
            <p:cNvSpPr/>
            <p:nvPr/>
          </p:nvSpPr>
          <p:spPr>
            <a:xfrm>
              <a:off x="8693371" y="1795585"/>
              <a:ext cx="786955" cy="338668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1" name="Google Shape;23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413" y="1929533"/>
            <a:ext cx="3129566" cy="277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 txBox="1"/>
          <p:nvPr/>
        </p:nvSpPr>
        <p:spPr>
          <a:xfrm>
            <a:off x="322326" y="1920240"/>
            <a:ext cx="4972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8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br>
              <a:rPr lang="en" sz="8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MySilah automatically links user accounts via UAE PASS UUID on first authentication. No manual linking step is presented.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26159" y="266776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Only registration/Sign up Scenario (If applicable)</a:t>
            </a:r>
            <a:endParaRPr u="sng"/>
          </a:p>
        </p:txBody>
      </p:sp>
      <p:sp>
        <p:nvSpPr>
          <p:cNvPr id="238" name="Google Shape;238;p37"/>
          <p:cNvSpPr/>
          <p:nvPr/>
        </p:nvSpPr>
        <p:spPr>
          <a:xfrm>
            <a:off x="1729605" y="1029891"/>
            <a:ext cx="4977313" cy="356500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1728225" y="3929089"/>
            <a:ext cx="4972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Users without a MySilah account register via app.mysilah.ae/register using UAE PASS. Verified identity data auto-populates the registration. No prior MySilah account required.</a:t>
            </a:r>
            <a:endParaRPr sz="1100"/>
          </a:p>
        </p:txBody>
      </p:sp>
      <p:pic>
        <p:nvPicPr>
          <p:cNvPr id="240" name="Google Shape;2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4525" y="1533450"/>
            <a:ext cx="2186552" cy="216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26159" y="373987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u="sng"/>
              <a:t>Error Handling</a:t>
            </a:r>
            <a:br>
              <a:rPr lang="en" u="sng"/>
            </a:br>
            <a:r>
              <a:rPr lang="en" u="sng"/>
              <a:t>O</a:t>
            </a:r>
            <a:r>
              <a:rPr lang="en"/>
              <a:t>nly existing users error message</a:t>
            </a:r>
            <a:endParaRPr/>
          </a:p>
        </p:txBody>
      </p:sp>
      <p:sp>
        <p:nvSpPr>
          <p:cNvPr id="246" name="Google Shape;246;p38"/>
          <p:cNvSpPr/>
          <p:nvPr/>
        </p:nvSpPr>
        <p:spPr>
          <a:xfrm>
            <a:off x="326159" y="977931"/>
            <a:ext cx="4977313" cy="356500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6153516" y="1508737"/>
            <a:ext cx="2013439" cy="11079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service is only for registered users, please contact MySilah in order to access the services </a:t>
            </a:r>
            <a:endParaRPr sz="1100"/>
          </a:p>
        </p:txBody>
      </p:sp>
      <p:sp>
        <p:nvSpPr>
          <p:cNvPr id="248" name="Google Shape;248;p38"/>
          <p:cNvSpPr txBox="1"/>
          <p:nvPr/>
        </p:nvSpPr>
        <p:spPr>
          <a:xfrm>
            <a:off x="322326" y="1920240"/>
            <a:ext cx="4972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8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br>
              <a:rPr lang="en" sz="8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MySilah allows new user registration via UAE PASS. Access is not restricted to pre-existing users only.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26159" y="329742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u="sng"/>
              <a:t>Error Handling</a:t>
            </a:r>
            <a:br>
              <a:rPr lang="en" u="sng"/>
            </a:br>
            <a:r>
              <a:rPr lang="en"/>
              <a:t>Unverified user restriction </a:t>
            </a:r>
            <a:endParaRPr/>
          </a:p>
        </p:txBody>
      </p:sp>
      <p:sp>
        <p:nvSpPr>
          <p:cNvPr id="254" name="Google Shape;254;p39"/>
          <p:cNvSpPr/>
          <p:nvPr/>
        </p:nvSpPr>
        <p:spPr>
          <a:xfrm>
            <a:off x="6047351" y="1172891"/>
            <a:ext cx="1978269" cy="17312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are not eligible to access this service. Your account is either not upgraded or you have a visitor account. Please contact MySilah to access the services.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322326" y="4354830"/>
            <a:ext cx="49720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If user authenticates with a Basic (unverified) UAE PASS account, MySilah restricts access and displays: "Your UAE PASS account is not fully verified. Please upgrade your account to access MySilah services."</a:t>
            </a:r>
            <a:endParaRPr sz="1100"/>
          </a:p>
        </p:txBody>
      </p:sp>
      <p:pic>
        <p:nvPicPr>
          <p:cNvPr id="256" name="Google Shape;2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950" y="844563"/>
            <a:ext cx="2986998" cy="339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26159" y="351863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u="sng"/>
              <a:t>Error Handling</a:t>
            </a:r>
            <a:br>
              <a:rPr lang="en" u="sng"/>
            </a:br>
            <a:r>
              <a:rPr lang="en"/>
              <a:t>Something went wrong during the login</a:t>
            </a:r>
            <a:endParaRPr/>
          </a:p>
        </p:txBody>
      </p:sp>
      <p:sp>
        <p:nvSpPr>
          <p:cNvPr id="262" name="Google Shape;262;p40"/>
          <p:cNvSpPr/>
          <p:nvPr/>
        </p:nvSpPr>
        <p:spPr>
          <a:xfrm>
            <a:off x="5794130" y="1636982"/>
            <a:ext cx="2646486" cy="4847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Something went wrong during the login, please try again later!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6.png" id="263" name="Google Shape;2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326" y="1212666"/>
            <a:ext cx="4972050" cy="28141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0"/>
          <p:cNvSpPr txBox="1"/>
          <p:nvPr/>
        </p:nvSpPr>
        <p:spPr>
          <a:xfrm>
            <a:off x="322325" y="4071083"/>
            <a:ext cx="4972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UAE PASS displays an error for invalid credentials. If the OAuth callback fails, user is redirected to app.mysilah.ae/login with: "Login failed. Please try again."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title"/>
          </p:nvPr>
        </p:nvSpPr>
        <p:spPr>
          <a:xfrm>
            <a:off x="326159" y="307618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u="sng"/>
              <a:t>Error Handling</a:t>
            </a:r>
            <a:br>
              <a:rPr lang="en" u="sng"/>
            </a:br>
            <a:r>
              <a:rPr lang="en"/>
              <a:t>User cancel scenario </a:t>
            </a:r>
            <a:endParaRPr/>
          </a:p>
        </p:txBody>
      </p:sp>
      <p:sp>
        <p:nvSpPr>
          <p:cNvPr id="270" name="Google Shape;270;p41"/>
          <p:cNvSpPr/>
          <p:nvPr/>
        </p:nvSpPr>
        <p:spPr>
          <a:xfrm>
            <a:off x="5614103" y="1734275"/>
            <a:ext cx="25986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cancelled the login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5.png" id="271" name="Google Shape;2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38" y="970799"/>
            <a:ext cx="1514076" cy="329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1"/>
          <p:cNvSpPr txBox="1"/>
          <p:nvPr/>
        </p:nvSpPr>
        <p:spPr>
          <a:xfrm>
            <a:off x="322326" y="4354830"/>
            <a:ext cx="49720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User taps "Decline" on the UAE PASS Login Request Alert (or clicks "Cancel Request" on the browser polling page). Authentication is cancelled and user is redirected to app.mysilah.ae/login.</a:t>
            </a:r>
            <a:endParaRPr sz="1100"/>
          </a:p>
        </p:txBody>
      </p:sp>
      <p:pic>
        <p:nvPicPr>
          <p:cNvPr id="273" name="Google Shape;2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8614" y="862450"/>
            <a:ext cx="2936096" cy="3339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326159" y="362926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Logout scenario </a:t>
            </a:r>
            <a:endParaRPr/>
          </a:p>
        </p:txBody>
      </p:sp>
      <p:pic>
        <p:nvPicPr>
          <p:cNvPr descr="20.png" id="279" name="Google Shape;2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150" y="1222262"/>
            <a:ext cx="3493790" cy="206133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2"/>
          <p:cNvSpPr txBox="1"/>
          <p:nvPr/>
        </p:nvSpPr>
        <p:spPr>
          <a:xfrm>
            <a:off x="1776225" y="3740497"/>
            <a:ext cx="4972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EN: User clicks their name/avatar in the top-right of the MySilah Agent Dashboard and selects "Logout". Session is terminated and user is redirected to app.mysilah.ae/login.</a:t>
            </a:r>
            <a:endParaRPr sz="1100"/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900" y="1222238"/>
            <a:ext cx="4040812" cy="194937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326159" y="318680"/>
            <a:ext cx="78867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u="sng"/>
              <a:t>APP to WEB scenario </a:t>
            </a:r>
            <a:r>
              <a:rPr lang="en" sz="1400">
                <a:solidFill>
                  <a:srgbClr val="7F7F7F"/>
                </a:solidFill>
              </a:rPr>
              <a:t>(if mobile integration) </a:t>
            </a:r>
            <a:endParaRPr/>
          </a:p>
        </p:txBody>
      </p:sp>
      <p:sp>
        <p:nvSpPr>
          <p:cNvPr id="288" name="Google Shape;288;p43"/>
          <p:cNvSpPr/>
          <p:nvPr/>
        </p:nvSpPr>
        <p:spPr>
          <a:xfrm>
            <a:off x="410758" y="1010108"/>
            <a:ext cx="4977313" cy="3565006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260" y="229781"/>
            <a:ext cx="1325880" cy="29464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screenshot of a cell phone&#10;&#10;Description automatically generated" id="290" name="Google Shape;29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422" y="1270675"/>
            <a:ext cx="1322979" cy="293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6800" y="2342950"/>
            <a:ext cx="1276333" cy="26543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43"/>
          <p:cNvSpPr txBox="1"/>
          <p:nvPr/>
        </p:nvSpPr>
        <p:spPr>
          <a:xfrm>
            <a:off x="404622" y="1920240"/>
            <a:ext cx="4972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9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br>
              <a:rPr lang="en" sz="9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rgbClr val="14142E"/>
                </a:solidFill>
                <a:latin typeface="Calibri"/>
                <a:ea typeface="Calibri"/>
                <a:cs typeface="Calibri"/>
                <a:sym typeface="Calibri"/>
              </a:rPr>
              <a:t>MySilah is a web-only platform. No native mobile application exists.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